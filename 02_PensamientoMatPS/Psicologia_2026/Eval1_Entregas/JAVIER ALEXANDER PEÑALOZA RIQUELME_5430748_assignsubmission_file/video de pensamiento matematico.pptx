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7" r:id="rId5"/>
    <p:sldId id="258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98F5C-64DE-4BE2-B21F-CE5A385B989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DA7D1-F4B2-4204-9164-BFD96A36772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4574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chemeClr val="bg1"/>
                </a:solidFill>
                <a:ea typeface="+mn-lt"/>
                <a:cs typeface="+mn-lt"/>
              </a:rPr>
              <a:t>https://www.youtube.com/watch?v=hNny7N2iPo8</a:t>
            </a:r>
            <a:endParaRPr lang="es-ES" dirty="0">
              <a:solidFill>
                <a:schemeClr val="bg1"/>
              </a:solidFill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DA7D1-F4B2-4204-9164-BFD96A36772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6874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515E8-D076-64D1-FAFC-8B6B76DD5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E9A7A5-C31A-F027-40DA-2F737639C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CD46ED-6034-4AED-B023-EF6CB64D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F53DB-5E62-A5BF-A12B-9AD19703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BCC043-A256-41A8-F1C2-F079FB3A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710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0EDFE-C3B4-BDC2-D85D-7154F48E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28E7BF-3FF7-8701-4B7A-4BA33348A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DDFD6C-EBE2-FC6A-95C8-E09A9A52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D4F52C-A334-A98F-5398-6DA5CD18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4EF29C-F215-1AD4-9EA1-86CC423C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150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67984-75F9-0398-F4D0-63B74AA93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C2A138-383C-925A-3E97-F7F8C2AAC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07E4E7-8C05-66AE-D27B-BBE3BC8A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F8C51-673C-95C5-4926-40BF4649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57289D-131E-76CD-CBCF-6EDDB0D6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107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29606-B898-E708-918F-F3DD9BAA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72C727-7B76-81FE-BE99-EEE818993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575770-9AB6-1C61-99F5-8452F555E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D505C8-3837-8734-A895-74B8E374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DD1490-D345-42B3-8F35-2B79C9F4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4F6D9B-59CB-B5E5-CFBB-ABF3C69B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897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6AF1E-9E3F-DCF6-BD8F-358229D2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51520C-A909-960B-9158-7FF972B38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5E2C75-34B8-9716-03E9-705F34C6B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A99693-D292-3E34-B1A7-978FCF797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3A9AB2-6040-F5AB-340B-094127967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711601-ADD6-DA89-6A53-158D1E3A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998667-D9F1-775D-A9B8-FB726B4E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46E784D-9D83-FC06-CDE7-AD1F8F04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959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1CB03-BD21-E681-23B4-3C2CCC76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1BE0DF-DE7A-14F3-5CA4-062E1315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855D55-12B1-5C70-7F2C-E942F11A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CD7FC5-6AB2-A97B-28A5-62C96C74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6934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572FBB-E84A-7031-73E2-BE49DAB9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367C13-F4DA-7CE9-7D07-32056019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83CECF-99FA-951D-BD6A-8B88DFF2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172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2017B-148B-7E45-D1D8-AF873BD65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CEF7E-F2EC-69F6-C7C0-FED9176B5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DAF39D-1CE4-43CF-A37F-2BE520851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75295D-2197-0588-3F7D-7D90A170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0E7A54-E24D-1A17-F254-FEE50A76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66CFE3-2347-3DB0-6B21-5A96F2A0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58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FDF29-8079-5AA5-8BE0-3ADE0D7F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6E0844E-1AF0-102C-F076-EBB7A073F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C60F17-2DFC-13A7-72D6-82843216A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93F6CB-E7B0-D8DF-4F2F-B606521E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1550D5-1E66-4CD0-170A-0C8BBEA3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F8E8CE-F969-C317-85E7-D41ACEF1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290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304EB-7551-43FD-DF7B-5D0A0A34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C8F296-EF99-A7AF-511C-1BE03EA8C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984843-CBFC-6B16-BD3D-98AED1E2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73D3AA-A7D5-D8BB-E8AB-47AC0408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C0B79C-E329-7D4A-1043-0B1D46ED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962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DAE16B-3D5B-00FA-E9C5-18F1073F86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07C70D-93D0-AA51-0889-DA3FF5D45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A6E135-22BD-CBD9-07F5-DF765F19D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ECA033-6113-B83A-875A-5E3A35A4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FB02CF-2812-C349-7588-F1BDC2B0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688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E6D16DF-BF55-C72A-011F-B30F5E82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D03FA0-0646-ADFB-7D36-003BF4099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42BDD6-88B0-EDB1-67E9-9487CD5F5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E3A56-3CEF-4D60-A45C-0235A20ED053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2423CA-2662-B51E-7C2F-6384D1CC7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DC5A36-0518-0578-F7A1-E75BD1FFE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7F79-9B44-47F6-95BD-1DF2DF58AFE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787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Nny7N2iPo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umnossantotomas-my.sharepoint.com/personal/j_penaloza23_alumnos_santotomas_cl/Documents/video%20de%20pensamiento%20matematico.pptx?web=1" TargetMode="Externa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a fórmula de cálculo">
            <a:extLst>
              <a:ext uri="{FF2B5EF4-FFF2-40B4-BE49-F238E27FC236}">
                <a16:creationId xmlns:a16="http://schemas.microsoft.com/office/drawing/2014/main" id="{260FA0D5-8923-BB60-DD3C-7885F649E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47" r="9091" b="1764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05376F9-ACBC-ADE3-8AE6-83B610C7F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106" y="577958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s-ES" sz="6600" dirty="0">
                <a:solidFill>
                  <a:schemeClr val="bg2">
                    <a:lumMod val="10000"/>
                  </a:schemeClr>
                </a:solidFill>
              </a:rPr>
              <a:t>Videos de pensamiento matemático</a:t>
            </a:r>
            <a:endParaRPr lang="es-CL" sz="6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619EC-169D-B19B-3C69-B931778C2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903" y="4655973"/>
            <a:ext cx="4007587" cy="1624069"/>
          </a:xfrm>
        </p:spPr>
        <p:txBody>
          <a:bodyPr anchor="ctr">
            <a:normAutofit/>
          </a:bodyPr>
          <a:lstStyle/>
          <a:p>
            <a:pPr algn="l"/>
            <a:r>
              <a:rPr lang="es-ES" sz="2200" dirty="0">
                <a:solidFill>
                  <a:schemeClr val="bg1"/>
                </a:solidFill>
              </a:rPr>
              <a:t>Gabriel </a:t>
            </a:r>
            <a:r>
              <a:rPr lang="es-ES" sz="2200" dirty="0" err="1">
                <a:solidFill>
                  <a:schemeClr val="bg1"/>
                </a:solidFill>
              </a:rPr>
              <a:t>Valdes</a:t>
            </a:r>
            <a:r>
              <a:rPr lang="es-ES" sz="2200" dirty="0">
                <a:solidFill>
                  <a:schemeClr val="bg1"/>
                </a:solidFill>
              </a:rPr>
              <a:t>, Alejandro Amundaray, </a:t>
            </a:r>
            <a:r>
              <a:rPr lang="es-ES" sz="2200" dirty="0" err="1">
                <a:solidFill>
                  <a:schemeClr val="bg1"/>
                </a:solidFill>
              </a:rPr>
              <a:t>Deybert</a:t>
            </a:r>
            <a:r>
              <a:rPr lang="es-ES" sz="2200" dirty="0">
                <a:solidFill>
                  <a:schemeClr val="bg1"/>
                </a:solidFill>
              </a:rPr>
              <a:t> </a:t>
            </a:r>
            <a:r>
              <a:rPr lang="es-ES" sz="2200" dirty="0" err="1">
                <a:solidFill>
                  <a:schemeClr val="bg1"/>
                </a:solidFill>
              </a:rPr>
              <a:t>Gonzalez</a:t>
            </a:r>
            <a:r>
              <a:rPr lang="es-ES" sz="2200" dirty="0">
                <a:solidFill>
                  <a:schemeClr val="bg1"/>
                </a:solidFill>
              </a:rPr>
              <a:t>, Javier Peñaloza</a:t>
            </a:r>
            <a:endParaRPr lang="es-CL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61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1733D-C6B4-36B6-F2A0-DF5613DD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A736B9-B327-0080-B02B-CD9D4E40B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3" descr="Una fórmula de cálculo">
            <a:hlinkClick r:id="rId3"/>
            <a:extLst>
              <a:ext uri="{FF2B5EF4-FFF2-40B4-BE49-F238E27FC236}">
                <a16:creationId xmlns:a16="http://schemas.microsoft.com/office/drawing/2014/main" id="{0EB6701C-E5F8-8075-B2CE-FE97EB0F11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47" r="9091" b="17644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10" name="CuadroTexto 9">
            <a:hlinkClick r:id="rId5"/>
            <a:extLst>
              <a:ext uri="{FF2B5EF4-FFF2-40B4-BE49-F238E27FC236}">
                <a16:creationId xmlns:a16="http://schemas.microsoft.com/office/drawing/2014/main" id="{BF62335C-0C75-4DDF-A32B-53EDFE184B32}"/>
              </a:ext>
            </a:extLst>
          </p:cNvPr>
          <p:cNvSpPr txBox="1"/>
          <p:nvPr/>
        </p:nvSpPr>
        <p:spPr>
          <a:xfrm>
            <a:off x="1257947" y="2951941"/>
            <a:ext cx="8662222" cy="4770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500" dirty="0">
                <a:solidFill>
                  <a:schemeClr val="bg1"/>
                </a:solidFill>
                <a:ea typeface="+mn-lt"/>
                <a:cs typeface="+mn-lt"/>
              </a:rPr>
              <a:t>https://www.youtube.com/watch?v=hNny7N2iPo8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774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79A1AC34035946856C9195AAFCDE7F" ma:contentTypeVersion="4" ma:contentTypeDescription="Create a new document." ma:contentTypeScope="" ma:versionID="01750d07b3b573e8b53ff9d7803498e8">
  <xsd:schema xmlns:xsd="http://www.w3.org/2001/XMLSchema" xmlns:xs="http://www.w3.org/2001/XMLSchema" xmlns:p="http://schemas.microsoft.com/office/2006/metadata/properties" xmlns:ns3="f9b38ce9-167c-4ab1-956b-77abcc35814b" targetNamespace="http://schemas.microsoft.com/office/2006/metadata/properties" ma:root="true" ma:fieldsID="d585b027187d4cd0a582b4ba504cee6a" ns3:_="">
    <xsd:import namespace="f9b38ce9-167c-4ab1-956b-77abcc35814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38ce9-167c-4ab1-956b-77abcc35814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3C5D14-2B5C-42D4-90B5-D8CF1C43A2D6}">
  <ds:schemaRefs>
    <ds:schemaRef ds:uri="http://purl.org/dc/elements/1.1/"/>
    <ds:schemaRef ds:uri="f9b38ce9-167c-4ab1-956b-77abcc35814b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5EAE9BF-1280-44E9-A4FD-A4CFB51A07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D8126E-5E5B-4299-B933-F8FA4AEC24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b38ce9-167c-4ab1-956b-77abcc3581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42</Words>
  <Application>Microsoft Office PowerPoint</Application>
  <PresentationFormat>Panorámica</PresentationFormat>
  <Paragraphs>5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Videos de pensamiento matemático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ALEXANDER PEÑALOZA RIQUELME</dc:creator>
  <cp:lastModifiedBy>JAVIER ALEXANDER PEÑALOZA RIQUELME</cp:lastModifiedBy>
  <cp:revision>2</cp:revision>
  <dcterms:created xsi:type="dcterms:W3CDTF">2026-04-16T18:55:51Z</dcterms:created>
  <dcterms:modified xsi:type="dcterms:W3CDTF">2026-04-17T01:30:12Z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0x010100F579A1AC34035946856C9195AAFCDE7F</vt:lpwstr>
  </property>
</Properties>
</file>